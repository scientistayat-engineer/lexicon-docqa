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Lexicon: upload documents, ask questions, answers grounded in retrieved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88920"/>
            <a:ext cx="100584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Lexicon  |  AI-Powered Document Q&amp;A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Lexicon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AI-Powered Document Question Answering 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Prompt engineering, embeddings and Retrieval-Augmented Generation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Anushay Ayat  |  SMIT, AI and Data Science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the system works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1517904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51790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Chunk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Split each PDF, TXT or MD file into 500-character chunks with 50 overlap.</a:t>
            </a:r>
            <a:endParaRPr lang="en-US" sz="1200" dirty="0"/>
          </a:p>
        </p:txBody>
      </p:sp>
      <p:sp>
        <p:nvSpPr>
          <p:cNvPr id="7" name="Step 2"/>
          <p:cNvSpPr/>
          <p:nvPr/>
        </p:nvSpPr>
        <p:spPr>
          <a:xfrm>
            <a:off x="2176272" y="1371600"/>
            <a:ext cx="1517904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76272" y="1371600"/>
            <a:ext cx="151790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13432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Embed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all-MiniLM-L6-v2 turns every chunk into a 384-number vector.</a:t>
            </a:r>
            <a:endParaRPr lang="en-US" sz="1200" dirty="0"/>
          </a:p>
        </p:txBody>
      </p:sp>
      <p:sp>
        <p:nvSpPr>
          <p:cNvPr id="11" name="Step 3"/>
          <p:cNvSpPr/>
          <p:nvPr/>
        </p:nvSpPr>
        <p:spPr>
          <a:xfrm>
            <a:off x="3803904" y="1371600"/>
            <a:ext cx="1517904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03904" y="1371600"/>
            <a:ext cx="151790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41064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Store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Vectors and text go into ChromaDB using cosine distance.</a:t>
            </a:r>
            <a:endParaRPr lang="en-US" sz="1200" dirty="0"/>
          </a:p>
        </p:txBody>
      </p:sp>
      <p:sp>
        <p:nvSpPr>
          <p:cNvPr id="15" name="Step 4"/>
          <p:cNvSpPr/>
          <p:nvPr/>
        </p:nvSpPr>
        <p:spPr>
          <a:xfrm>
            <a:off x="5431536" y="1371600"/>
            <a:ext cx="1517904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1371600"/>
            <a:ext cx="151790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68696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Retrieve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68696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question is embedded and the 3 nearest chunks are returned.</a:t>
            </a:r>
            <a:endParaRPr lang="en-US" sz="1200" dirty="0"/>
          </a:p>
        </p:txBody>
      </p:sp>
      <p:sp>
        <p:nvSpPr>
          <p:cNvPr id="19" name="Step 5"/>
          <p:cNvSpPr/>
          <p:nvPr/>
        </p:nvSpPr>
        <p:spPr>
          <a:xfrm>
            <a:off x="7059168" y="1371600"/>
            <a:ext cx="1517904" cy="22860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1371600"/>
            <a:ext cx="1517904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96328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Generate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96328" y="210312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Groq answers from those chunks with one of three prompt styles.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answer cites its source files, and the top-3 chunks are shown with similarity scores so each answer can be checked.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prompting techniques</a:t>
            </a:r>
            <a:endParaRPr lang="en-US" sz="2800" dirty="0"/>
          </a:p>
        </p:txBody>
      </p:sp>
      <p:sp>
        <p:nvSpPr>
          <p:cNvPr id="3" name="Zero-shot"/>
          <p:cNvSpPr/>
          <p:nvPr/>
        </p:nvSpPr>
        <p:spPr>
          <a:xfrm>
            <a:off x="548640" y="1280160"/>
            <a:ext cx="256032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Context and question only. No examples, no role.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2194560" cy="1051560"/>
          </a:xfrm>
          <a:prstGeom prst="rect">
            <a:avLst/>
          </a:prstGeom>
          <a:solidFill>
            <a:schemeClr val="bg2"/>
          </a:solidFill>
          <a:ln w="9525">
            <a:solidFill>
              <a:srgbClr val="D6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101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Answer the question using the context below.</a:t>
            </a:r>
            <a:endParaRPr lang="en-US" sz="1050" dirty="0"/>
          </a:p>
        </p:txBody>
      </p:sp>
      <p:sp>
        <p:nvSpPr>
          <p:cNvPr id="8" name="Few-shot"/>
          <p:cNvSpPr/>
          <p:nvPr/>
        </p:nvSpPr>
        <p:spPr>
          <a:xfrm>
            <a:off x="3291840" y="1280160"/>
            <a:ext cx="256032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Three worked examples set the style, including one that says the answer is not in the documents.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3246120"/>
            <a:ext cx="2194560" cy="1051560"/>
          </a:xfrm>
          <a:prstGeom prst="rect">
            <a:avLst/>
          </a:prstGeom>
          <a:solidFill>
            <a:schemeClr val="bg2"/>
          </a:solidFill>
          <a:ln w="9525">
            <a:solidFill>
              <a:srgbClr val="D6DC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33101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Q: What does ChromaDB do?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A: It stores embeddings and finds the most similar ones.</a:t>
            </a:r>
            <a:endParaRPr lang="en-US" sz="1050" dirty="0"/>
          </a:p>
        </p:txBody>
      </p:sp>
      <p:sp>
        <p:nvSpPr>
          <p:cNvPr id="13" name="Role-based"/>
          <p:cNvSpPr/>
          <p:nvPr/>
        </p:nvSpPr>
        <p:spPr>
          <a:xfrm>
            <a:off x="6035040" y="1280160"/>
            <a:ext cx="256032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senior technical document analyst with strict rules: context only, direct answer first, cite sources.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2194560" cy="1051560"/>
          </a:xfrm>
          <a:prstGeom prst="rect">
            <a:avLst/>
          </a:prstGeom>
          <a:solidFill>
            <a:schemeClr val="bg2"/>
          </a:solidFill>
          <a:ln w="9525">
            <a:solidFill>
              <a:srgbClr val="D6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3101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Start with a one-sentence answer. Mention source files in brackets.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Semantic search with embeddings</a:t>
            </a:r>
            <a:endParaRPr lang="en-US" sz="2800" dirty="0"/>
          </a:p>
        </p:txBody>
      </p:sp>
      <p:sp>
        <p:nvSpPr>
          <p:cNvPr id="3" name="Pipeline card"/>
          <p:cNvSpPr/>
          <p:nvPr/>
        </p:nvSpPr>
        <p:spPr>
          <a:xfrm>
            <a:off x="548640" y="1280160"/>
            <a:ext cx="402336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Loads 5 documents (PDF, TXT, Markdown)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Chunks of 500 characters, 50 overlap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Sentence-transformer embeddings, 384 dimensions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Stored in ChromaDB with cosine distance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Question embedded the same 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 3 chunks returned with similarity and distance</a:t>
            </a:r>
            <a:endParaRPr lang="en-US" sz="1300" dirty="0"/>
          </a:p>
        </p:txBody>
      </p:sp>
      <p:sp>
        <p:nvSpPr>
          <p:cNvPr id="5" name="Distance card"/>
          <p:cNvSpPr/>
          <p:nvPr/>
        </p:nvSpPr>
        <p:spPr>
          <a:xfrm>
            <a:off x="4846320" y="1280160"/>
            <a:ext cx="374904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scores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distance = 1 - similarity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4688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Similarity near 1 means the chunk points the same way as the question. Near 0 means unrelated. Lower distance means a better match, so results are sorted by distance.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3840480"/>
            <a:ext cx="338328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Chunk overlap keeps boundary sentences findable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Semantic vs keyword search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Keyword search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Semantic search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Matches on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Exact words in the query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Meaning, through embeddings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Synonyms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Missed unless the word appears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Found: "fix a car" matches "repairing an automobile"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Ranking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Count of shared words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Closeness of vectors (cosine)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Names, codes, exact phrases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Natural-language questions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Weakness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Fails when wording differs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Can return related but not exact text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Lexicon shows both results side by side for any query in the Semantic vs keyword tab.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Comparing the three prompts</a:t>
            </a:r>
            <a:endParaRPr lang="en-US" sz="2800" dirty="0"/>
          </a:p>
        </p:txBody>
      </p:sp>
      <p:sp>
        <p:nvSpPr>
          <p:cNvPr id="3" name="Method card"/>
          <p:cNvSpPr/>
          <p:nvPr/>
        </p:nvSpPr>
        <p:spPr>
          <a:xfrm>
            <a:off x="548640" y="1280160"/>
            <a:ext cx="402336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test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5 questions for every technique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retrieved chunks for fairness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 LLM judge scores 1 to 10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Criteria: accuracy, clarity, relevance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Average per technique decides the winner</a:t>
            </a:r>
            <a:endParaRPr lang="en-US" sz="1300" dirty="0"/>
          </a:p>
        </p:txBody>
      </p:sp>
      <p:sp>
        <p:nvSpPr>
          <p:cNvPr id="6" name="Expectations card"/>
          <p:cNvSpPr/>
          <p:nvPr/>
        </p:nvSpPr>
        <p:spPr>
          <a:xfrm>
            <a:off x="4846320" y="1280160"/>
            <a:ext cx="374904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from one run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65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Role-based: 9.66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Zero-shot: 9.60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Few-shot: 9.54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3383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Averages of accuracy, clarity and relevance (out of 10). The gaps are small, so role-based has a slight edge, not a decisive 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Deployment and takeaways</a:t>
            </a:r>
            <a:endParaRPr lang="en-US" sz="2800" dirty="0"/>
          </a:p>
        </p:txBody>
      </p:sp>
      <p:sp>
        <p:nvSpPr>
          <p:cNvPr id="3" name="Deploy card"/>
          <p:cNvSpPr/>
          <p:nvPr/>
        </p:nvSpPr>
        <p:spPr>
          <a:xfrm>
            <a:off x="548640" y="1280160"/>
            <a:ext cx="402336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Vercel: FastAPI backend and frontend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Firebase Hosting: optional frontend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ONNX embeddings keep the bundle small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Groq key stored as an environment variable</a:t>
            </a:r>
            <a:endParaRPr lang="en-US" sz="1300" dirty="0"/>
          </a:p>
        </p:txBody>
      </p:sp>
      <p:sp>
        <p:nvSpPr>
          <p:cNvPr id="6" name="Takeaways card"/>
          <p:cNvSpPr/>
          <p:nvPr/>
        </p:nvSpPr>
        <p:spPr>
          <a:xfrm>
            <a:off x="4846320" y="1280160"/>
            <a:ext cx="3749040" cy="3200400"/>
          </a:xfrm>
          <a:prstGeom prst="rect">
            <a:avLst/>
          </a:prstGeom>
          <a:solidFill>
            <a:schemeClr val="bg1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Retrieval grounds answers in real documents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Prompt design changes accuracy and clarity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Semantic search finds meaning, not just words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Next: persistent storage and more file types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xicon">
  <a:themeElements>
    <a:clrScheme name="Lexicon">
      <a:dk1>
        <a:srgbClr val="14213D"/>
      </a:dk1>
      <a:lt1>
        <a:srgbClr val="FFFFFF"/>
      </a:lt1>
      <a:dk2>
        <a:srgbClr val="5B6785"/>
      </a:dk2>
      <a:lt2>
        <a:srgbClr val="EEF1F6"/>
      </a:lt2>
      <a:accent1>
        <a:srgbClr val="2F4BDB"/>
      </a:accent1>
      <a:accent2>
        <a:srgbClr val="FFE066"/>
      </a:accent2>
      <a:accent3>
        <a:srgbClr val="1E8E5A"/>
      </a:accent3>
      <a:accent4>
        <a:srgbClr val="7C93FF"/>
      </a:accent4>
      <a:accent5>
        <a:srgbClr val="C0392B"/>
      </a:accent5>
      <a:accent6>
        <a:srgbClr val="5B6785"/>
      </a:accent6>
      <a:hlink>
        <a:srgbClr val="2F4BDB"/>
      </a:hlink>
      <a:folHlink>
        <a:srgbClr val="5B6785"/>
      </a:folHlink>
    </a:clrScheme>
    <a:fontScheme name="Lexicon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Lexicon - AI-Powered Document Q&amp;A</dc:title>
  <dc:subject>PptxGenJS Presentation</dc:subject>
  <dc:creator>Anushay Ayat</dc:creator>
  <cp:lastModifiedBy>Anushay Ayat</cp:lastModifiedBy>
  <cp:revision>1</cp:revision>
  <dcterms:created xsi:type="dcterms:W3CDTF">2026-10-08T10:24:50Z</dcterms:created>
  <dcterms:modified xsi:type="dcterms:W3CDTF">2026-10-08T10:24:50Z</dcterms:modified>
</cp:coreProperties>
</file>