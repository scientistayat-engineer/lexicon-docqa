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923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Lexicon: upload documents, ask questions, answers grounded in retrieved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788920"/>
            <a:ext cx="1005840" cy="640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Lexicon  |  AI-Powered Document Q&amp;A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Lexicon</a:t>
            </a:r>
            <a:endParaRPr lang="en-US" sz="4400" dirty="0"/>
          </a:p>
        </p:txBody>
      </p:sp>
      <p:sp>
        <p:nvSpPr>
          <p:cNvPr id="3" name="Text 2"/>
          <p:cNvSpPr>
            <a:spLocks noGrp="1"/>
          </p:cNvSpPr>
          <p:nvPr>
            <p:ph type="body" idx="103" hasCustomPrompt="1"/>
          </p:nvPr>
        </p:nvSpPr>
        <p:spPr>
          <a:xfrm>
            <a:off x="548640" y="30175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AI-Powered Document Question Answering System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Prompt engineering, embeddings and Retrieval-Augmented Generation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Anushay Ayat  |  SMIT, AI and Data Science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the system works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371600"/>
            <a:ext cx="1517904" cy="22860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71600"/>
            <a:ext cx="1517904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Chunk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Split each PDF, TXT or MD file into 500-character chunks with 50 overlap.</a:t>
            </a:r>
            <a:endParaRPr lang="en-US" sz="1200" dirty="0"/>
          </a:p>
        </p:txBody>
      </p:sp>
      <p:sp>
        <p:nvSpPr>
          <p:cNvPr id="7" name="Step 2"/>
          <p:cNvSpPr/>
          <p:nvPr/>
        </p:nvSpPr>
        <p:spPr>
          <a:xfrm>
            <a:off x="2176272" y="1371600"/>
            <a:ext cx="1517904" cy="22860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1371600"/>
            <a:ext cx="1517904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313432" y="1600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Embed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1031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all-MiniLM-L6-v2 turns every chunk into a 384-number vector.</a:t>
            </a:r>
            <a:endParaRPr lang="en-US" sz="1200" dirty="0"/>
          </a:p>
        </p:txBody>
      </p:sp>
      <p:sp>
        <p:nvSpPr>
          <p:cNvPr id="11" name="Step 3"/>
          <p:cNvSpPr/>
          <p:nvPr/>
        </p:nvSpPr>
        <p:spPr>
          <a:xfrm>
            <a:off x="3803904" y="1371600"/>
            <a:ext cx="1517904" cy="22860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03904" y="1371600"/>
            <a:ext cx="1517904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41064" y="1600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Store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21031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Vectors and text go into ChromaDB using cosine distance.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5431536" y="1371600"/>
            <a:ext cx="1517904" cy="22860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31536" y="1371600"/>
            <a:ext cx="1517904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68696" y="1600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Retrieve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21031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The question is embedded and the 3 nearest chunks are returned.</a:t>
            </a:r>
            <a:endParaRPr lang="en-US" sz="1200" dirty="0"/>
          </a:p>
        </p:txBody>
      </p:sp>
      <p:sp>
        <p:nvSpPr>
          <p:cNvPr id="19" name="Step 5"/>
          <p:cNvSpPr/>
          <p:nvPr/>
        </p:nvSpPr>
        <p:spPr>
          <a:xfrm>
            <a:off x="7059168" y="1371600"/>
            <a:ext cx="1517904" cy="22860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9168" y="1371600"/>
            <a:ext cx="1517904" cy="640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96328" y="1600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Generate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21031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Groq answers from those chunks with one of three prompt styles.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Every answer cites its source files, and the top-3 chunks are shown with similarity scores so each answer can be checked.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Three prompting techniques</a:t>
            </a:r>
            <a:endParaRPr lang="en-US" sz="2800" dirty="0"/>
          </a:p>
        </p:txBody>
      </p:sp>
      <p:sp>
        <p:nvSpPr>
          <p:cNvPr id="3" name="Zero-shot"/>
          <p:cNvSpPr/>
          <p:nvPr/>
        </p:nvSpPr>
        <p:spPr>
          <a:xfrm>
            <a:off x="548640" y="1280160"/>
            <a:ext cx="256032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Zero-shot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Context and question only. No examples, no role.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2194560" cy="1051560"/>
          </a:xfrm>
          <a:prstGeom prst="rect">
            <a:avLst/>
          </a:prstGeom>
          <a:solidFill>
            <a:schemeClr val="bg2"/>
          </a:solidFill>
          <a:ln w="9525">
            <a:solidFill>
              <a:srgbClr val="D6DC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1012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chemeClr val="tx2"/>
                </a:solidFill>
              </a:rPr>
              <a:t>Answer the question using the context below.</a:t>
            </a:r>
            <a:endParaRPr lang="en-US" sz="1050" dirty="0"/>
          </a:p>
        </p:txBody>
      </p:sp>
      <p:sp>
        <p:nvSpPr>
          <p:cNvPr id="8" name="Few-shot"/>
          <p:cNvSpPr/>
          <p:nvPr/>
        </p:nvSpPr>
        <p:spPr>
          <a:xfrm>
            <a:off x="3291840" y="1280160"/>
            <a:ext cx="256032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Few-shot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Three worked examples set the style, including one that says the answer is not in the documents.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74720" y="3246120"/>
            <a:ext cx="2194560" cy="1051560"/>
          </a:xfrm>
          <a:prstGeom prst="rect">
            <a:avLst/>
          </a:prstGeom>
          <a:solidFill>
            <a:schemeClr val="bg2"/>
          </a:solidFill>
          <a:ln w="9525">
            <a:solidFill>
              <a:srgbClr val="D6DC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331012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chemeClr val="tx2"/>
                </a:solidFill>
              </a:rPr>
              <a:t>Q: What does ChromaDB do?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chemeClr val="tx2"/>
                </a:solidFill>
              </a:rPr>
              <a:t>A: It stores embeddings and finds the most similar ones.</a:t>
            </a:r>
            <a:endParaRPr lang="en-US" sz="1050" dirty="0"/>
          </a:p>
        </p:txBody>
      </p:sp>
      <p:sp>
        <p:nvSpPr>
          <p:cNvPr id="13" name="Role-based"/>
          <p:cNvSpPr/>
          <p:nvPr/>
        </p:nvSpPr>
        <p:spPr>
          <a:xfrm>
            <a:off x="6035040" y="1280160"/>
            <a:ext cx="256032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Role-based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9202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 senior technical document analyst with strict rules: context only, direct answer first, cite sources.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246120"/>
            <a:ext cx="2194560" cy="1051560"/>
          </a:xfrm>
          <a:prstGeom prst="rect">
            <a:avLst/>
          </a:prstGeom>
          <a:solidFill>
            <a:schemeClr val="bg2"/>
          </a:solidFill>
          <a:ln w="9525">
            <a:solidFill>
              <a:srgbClr val="D6DC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3310128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chemeClr val="tx2"/>
                </a:solidFill>
              </a:rPr>
              <a:t>Start with a one-sentence answer. Mention source files in brackets.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Semantic search with embeddings</a:t>
            </a:r>
            <a:endParaRPr lang="en-US" sz="2800" dirty="0"/>
          </a:p>
        </p:txBody>
      </p:sp>
      <p:sp>
        <p:nvSpPr>
          <p:cNvPr id="3" name="Pipeline card"/>
          <p:cNvSpPr/>
          <p:nvPr/>
        </p:nvSpPr>
        <p:spPr>
          <a:xfrm>
            <a:off x="548640" y="1280160"/>
            <a:ext cx="402336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Loads 5 documents (PDF, TXT, Markdown)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Chunks of 500 characters, 50 overlap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Sentence-transformer embeddings, 384 dimensions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Stored in ChromaDB with cosine distance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Question embedded the same way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Top 3 chunks returned with similarity and distance</a:t>
            </a:r>
            <a:endParaRPr lang="en-US" sz="1300" dirty="0"/>
          </a:p>
        </p:txBody>
      </p:sp>
      <p:sp>
        <p:nvSpPr>
          <p:cNvPr id="5" name="Distance card"/>
          <p:cNvSpPr/>
          <p:nvPr/>
        </p:nvSpPr>
        <p:spPr>
          <a:xfrm>
            <a:off x="4846320" y="1280160"/>
            <a:ext cx="374904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scores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distance = 1 - similarity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246888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Similarity near 1 means the chunk points the same way as the question. Near 0 means unrelated. Lower distance means a better match, so results are sorted by distance.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0" y="3840480"/>
            <a:ext cx="3383280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0" y="3931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Chunk overlap keeps boundary sentences findable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Semantic vs keyword search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Keyword search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Semantic search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Matches on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Exact words in the query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Meaning, through embeddings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Synonyms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Missed unless the word appears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Found: "fix a car" matches "repairing an automobile"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Ranking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Count of shared words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Closeness of vectors (cosine)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Best for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Names, codes, exact phrases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Natural-language questions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</a:rPr>
                        <a:t>Weakness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Fails when wording differs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Can return related but not exact text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2"/>
                </a:solidFill>
              </a:rPr>
              <a:t>Lexicon shows both results side by side for any query in the Semantic vs keyword tab.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Comparing the three prompts</a:t>
            </a:r>
            <a:endParaRPr lang="en-US" sz="2800" dirty="0"/>
          </a:p>
        </p:txBody>
      </p:sp>
      <p:sp>
        <p:nvSpPr>
          <p:cNvPr id="3" name="Method card"/>
          <p:cNvSpPr/>
          <p:nvPr/>
        </p:nvSpPr>
        <p:spPr>
          <a:xfrm>
            <a:off x="548640" y="1280160"/>
            <a:ext cx="402336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test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5 questions for every technique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Same retrieved chunks for fairness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 LLM judge scores 1 to 10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Criteria: accuracy, clarity, relevance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Average per technique decides the winner</a:t>
            </a:r>
            <a:endParaRPr lang="en-US" sz="1300" dirty="0"/>
          </a:p>
        </p:txBody>
      </p:sp>
      <p:sp>
        <p:nvSpPr>
          <p:cNvPr id="6" name="Expectations card"/>
          <p:cNvSpPr/>
          <p:nvPr/>
        </p:nvSpPr>
        <p:spPr>
          <a:xfrm>
            <a:off x="4846320" y="1280160"/>
            <a:ext cx="374904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expect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9659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Zero-shot: fast, but format varies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Few-shot: consistent style, depends on examples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Role-based: most grounded, cites sources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3520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Final scores come from the Compare prompts tab and are reported in the written report.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title" idx="102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Deployment and takeaways</a:t>
            </a:r>
            <a:endParaRPr lang="en-US" sz="2800" dirty="0"/>
          </a:p>
        </p:txBody>
      </p:sp>
      <p:sp>
        <p:nvSpPr>
          <p:cNvPr id="3" name="Deploy card"/>
          <p:cNvSpPr/>
          <p:nvPr/>
        </p:nvSpPr>
        <p:spPr>
          <a:xfrm>
            <a:off x="548640" y="1280160"/>
            <a:ext cx="402336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Vercel: FastAPI backend and frontend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Firebase Hosting: optional frontend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ONNX embeddings keep the bundle small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Groq key stored as an environment variable</a:t>
            </a:r>
            <a:endParaRPr lang="en-US" sz="1300" dirty="0"/>
          </a:p>
        </p:txBody>
      </p:sp>
      <p:sp>
        <p:nvSpPr>
          <p:cNvPr id="6" name="Takeaways card"/>
          <p:cNvSpPr/>
          <p:nvPr/>
        </p:nvSpPr>
        <p:spPr>
          <a:xfrm>
            <a:off x="4846320" y="1280160"/>
            <a:ext cx="3749040" cy="3200400"/>
          </a:xfrm>
          <a:prstGeom prst="rect">
            <a:avLst/>
          </a:prstGeom>
          <a:solidFill>
            <a:schemeClr val="bg1"/>
          </a:solidFill>
          <a:ln w="12700">
            <a:solidFill>
              <a:srgbClr val="D6DC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Takeaways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96596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Retrieval grounds answers in real documents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Prompt design changes accuracy and clarity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Semantic search finds meaning, not just words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Next: persistent storage and more file types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xicon">
  <a:themeElements>
    <a:clrScheme name="Lexicon">
      <a:dk1>
        <a:srgbClr val="14213D"/>
      </a:dk1>
      <a:lt1>
        <a:srgbClr val="FFFFFF"/>
      </a:lt1>
      <a:dk2>
        <a:srgbClr val="5B6785"/>
      </a:dk2>
      <a:lt2>
        <a:srgbClr val="EEF1F6"/>
      </a:lt2>
      <a:accent1>
        <a:srgbClr val="2F4BDB"/>
      </a:accent1>
      <a:accent2>
        <a:srgbClr val="FFE066"/>
      </a:accent2>
      <a:accent3>
        <a:srgbClr val="1E8E5A"/>
      </a:accent3>
      <a:accent4>
        <a:srgbClr val="7C93FF"/>
      </a:accent4>
      <a:accent5>
        <a:srgbClr val="C0392B"/>
      </a:accent5>
      <a:accent6>
        <a:srgbClr val="5B6785"/>
      </a:accent6>
      <a:hlink>
        <a:srgbClr val="2F4BDB"/>
      </a:hlink>
      <a:folHlink>
        <a:srgbClr val="5B6785"/>
      </a:folHlink>
    </a:clrScheme>
    <a:fontScheme name="Lexicon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555</Words>
  <Application>Microsoft Office PowerPoint</Application>
  <PresentationFormat>On-screen Show (16:9)</PresentationFormat>
  <Paragraphs>94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Georgia</vt:lpstr>
      <vt:lpstr>Trebuchet MS</vt:lpstr>
      <vt:lpstr>Lexicon</vt:lpstr>
      <vt:lpstr>Lexicon</vt:lpstr>
      <vt:lpstr>How the system works</vt:lpstr>
      <vt:lpstr>Three prompting techniques</vt:lpstr>
      <vt:lpstr>Semantic search with embeddings</vt:lpstr>
      <vt:lpstr>Semantic vs keyword search</vt:lpstr>
      <vt:lpstr>Comparing the three prompts</vt:lpstr>
      <vt:lpstr>Deployment and 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Lexicon - AI-Powered Document Q&amp;A</dc:title>
  <dc:subject>PptxGenJS Presentation</dc:subject>
  <dc:creator>Anushay Ayat</dc:creator>
  <cp:lastModifiedBy>Moorche</cp:lastModifiedBy>
  <cp:revision>1</cp:revision>
  <dcterms:created xsi:type="dcterms:W3CDTF">2026-10-08T07:41:45Z</dcterms:created>
  <dcterms:modified xsi:type="dcterms:W3CDTF">2026-10-08T07:47:03Z</dcterms:modified>
</cp:coreProperties>
</file>